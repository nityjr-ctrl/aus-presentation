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6b6073b-5fb1-d956-1211-9b74f31774be}">
          <p14:sldIdLst>
            <p14:sldId id="256"/>
          </p14:sldIdLst>
        </p14:section>
        <p14:section name="Decide before theatre" id="{3f6a0363-264b-6b3e-272a-98764e3e16dd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fbcb74fa-1fdc-1469-334c-8774cafc196f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c0ce5125-841b-b118-9e50-71d9dc9be9e5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7b542f2b-cefa-f333-a060-8437dd0dc065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afe343e6-d8fb-b496-4fcd-df4d78acea86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df32b95e-d10a-883c-6f19-a19ecc4c4e30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1bc17731-86f5-80ca-4eeb-7741df29b9b8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original two-panel schematic drawn for this slide on 20 October 2026 (presentation/assets/cuff-bore-schematic.png, drawn by design/cuff_bore_figure.py; provenance in assets/SOURCES.md). Diagrammatic cross-sections, not to scale; no device dimensions or catheter sizes are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original AI-generated teaching schematic made on 5 October 2026 for this slide (presentation/assets/anatomical-narrowing-colour-annotations-2026.png; provenance and prompt in assets/SOURCES.md and anatomical-narrowing-generation-notes-2026.md). Terminology checked against the EAU urethral strictures classification. Simplified, not to scale, not clinically validated; no patient image or UroOps3D asset was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 shown, safe bladder, good emptying, can work the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emptying problem is the bigger issue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sure why he leaks, what the tests mean, or the anatomy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bladder function or using the device alone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not guidelines. One device’s results do not transfer to another.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Results in one group of patients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the device may be used, and its warnings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choice, with the uncertainty stated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useful, but 2–4 pads a day covers a wide range of weights (2026 data). Weigh the pads when unsure.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 shown on examination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what improvement is worth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it still improving? What has been tried?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score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at 24 months the sling was still non-inferior, but further surgery was 11% after sling vs 2% after AUS. Selected patients.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069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Severity by 24-hour pad weight: the Nitti classification BAUS uses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4754880"/>
            <a:ext cx="164592" cy="164592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88720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100 g in 24 hours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368698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4" name="Shape 11"/>
          <p:cNvSpPr/>
          <p:nvPr/>
        </p:nvSpPr>
        <p:spPr>
          <a:xfrm>
            <a:off x="4643018" y="4754880"/>
            <a:ext cx="164592" cy="164592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17338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Moderate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17338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to 400 g in 24 hours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7317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8" name="Shape 15"/>
          <p:cNvSpPr/>
          <p:nvPr/>
        </p:nvSpPr>
        <p:spPr>
          <a:xfrm>
            <a:off x="8371637" y="4754880"/>
            <a:ext cx="164592" cy="164592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45957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Severe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645957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400 g in 24 hours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1828800"/>
            <a:ext cx="329184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Rigicon ContiClassic, manufacturer illustration.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 position he can reach before surgery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2026 AUA abstract (IP09-22) looks at testing again; results not published. Current guidance stands.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BAUS: VUDS for every candidate; cystoscopy when a narrowing is suspected, or with standard UDS where video is unavailable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Looking in advance is our preference, not a rule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bladder-neck contracture or anastomotic narrowing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Tumour, or anything that means repeated scopes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guidelines differ. The 2026 AUA abstract (IP09-22) is conference material; results not published.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Its own text still allows selective testing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it would change the diagnosis or counselling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Say what question the test should answer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small capacity may just be leakage. A weak contraction in the lab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symptom, and a stress leak shown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urodynamic strategy your guideline recommends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storage safe? Can he empty? Is the outlet stable?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two numbers do not compare the devices. The regret data say: counsel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Manufacturer-funded, no comparison group, missing data, one year of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only, no comparison group. A working device is not the same as a dry patient.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does not rule out an AUS. The ContiClassic label requires bladder problems to be controlled or resolved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 after prostatectomy, shown on examination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storage pressures and good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order of treatments has been shown to be best around a cuff.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the reversible causes first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drug with his memory and his residual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botulinum toxin, plan for retention and for repeat injections through a cuff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after an AUS is a separate outcome; agree that beforehand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weak-bladder studies do not prove safety in unresolved retention. No residual number decides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left behind, again and again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Could still be a narrowing, or a test that inhibited him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2026 survey found gaps in deactivation training. Follow the device instructions; there is no universal catheter size.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663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 Device deactivated.</a:t>
            </a:r>
            <a:endParaRPr lang="en-US" sz="2400" dirty="0"/>
          </a:p>
        </p:txBody>
      </p:sp>
      <p:pic>
        <p:nvPicPr>
          <p:cNvPr id="8" name="Image 0" descr="C:\NityProjects\AUS-Presentation\repo\presentation\assets\cuff-bore-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6638544" cy="3017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98664" y="1737360"/>
            <a:ext cx="3952951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0" name="Shape 7"/>
          <p:cNvSpPr/>
          <p:nvPr/>
        </p:nvSpPr>
        <p:spPr>
          <a:xfrm>
            <a:off x="7872984" y="2057400"/>
            <a:ext cx="365760" cy="36576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72984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375904" y="2039112"/>
            <a:ext cx="29471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does he catheterise, and how often?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872984" y="3246120"/>
            <a:ext cx="365760" cy="36576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72984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375904" y="3227832"/>
            <a:ext cx="29471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he can really do it, and agree the drainage route before the implant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872984" y="4434840"/>
            <a:ext cx="365760" cy="36576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72984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375904" y="4416552"/>
            <a:ext cx="29471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 or long-term catheters need a specialist plan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traces, arbitrary units. Check the trace quality; check kidneys and upper tracts when storage pressure worries you.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the scope must all say the outlet is stable.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narrowing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745045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Teaching schematic, not to scale.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the urethra and its spongy tissue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the bladder–urethra join after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intervals for three situations. The pattern of recurrence, the tissue and future access decide.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check scope after treating a symptomatic bladder-neck or anastomotic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a redo bladder–urethra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Radiotherapy raises the risk. A 2025 study sets no waiting rule; a stable outlet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 whenever the narrowing is open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anastomosis keeps narrowing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only stays open because we keep treating it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a previous urethroplasty means more removals; repairs that cut the urethra across carry more erosion. Observational data.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the urethra cut across, or not?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remaining tissue and its blood supply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healthy tissue for the cuff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safe plane? Reassess, or do it in stages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latest review suggests less erosion but more revision. Non-randomised data cannot prove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dangerous plane behind the urethra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move for one specific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it protects from erosion is unproven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 and bleeding from the erectile bodies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Effects on erections and on any future penile implant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worst urethras get it, which muddies the comparisons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field scrub is consensus, borrowed from other implants. Product timings are for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AUS evidence supports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Washing at home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Soap, the day before or the day of surgery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 in theatre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product, right site, contact time, fully dry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Washout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steps, each with its own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first genitourinary implants, 50 per arm. Skin cultures after preparation, not AUS infections; no timing tested.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laboratory measure, not infections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study shows fewer AUS infections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right product, the right site and full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2026 AUA abstract (IP09-18) covers antibiotics after surgery; results not published. Agree the label with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says test and treat; IDSA says do not screen or treat for an AUS alone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Give before the incision; repeat the dose if the operation is long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the ContiClassic label asks for a longer course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AMS 800 cohort: infections 1 in 59 with gentamicin vs 2 in 114 without. Three events prove nothing either way.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 sterile gloves before touching the device, and a pause to check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washout, device dipping and device filling separate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practice, not trial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fixed 15 minutes, the best washout, long antibiotic courses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the perineal, balloon and pump sites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Poor exposure? Improve it before dissecting further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Healthy tissue with enough spongy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Dissect the plane behind the urethra under direct vision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only the length the cuff needs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Unsure of the plane or the wall? Stop and reassess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go of the traction; do not squash the urethra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device’s own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Poor fit? Measure again; do not raise the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sure the wall is intact? Leak test or scope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known urethral injury means no implant today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single-use items and reset the clean field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right pressure are two separate decisions. Fill volumes and selection rules need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tight skin and pressure on the testis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 orientation and tubing pull before closing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he can reach it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2026 survey found gaps in deactivation training. Fill the device by its own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the tubing: no tension, bends or trapping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 connections and cycle the device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the cuff is open and the device is off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the device, the catheter plan and whom to call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2026 day-case audit and studies support selected pathways. Confirm he empties, has support, and can get seen fast.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case for selected men, once he has voided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switched off for 4–6 weeks until pain and swelling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activation he works it himself and gets the device card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redness,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2026 lab study shows balloons wear with age. Find the cause; do not automatically fit a smaller cuff or a new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good result for three years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leaking again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he leaks, and how he uses the pump, still to be checked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Could be erosion, a mechanical fault, or the bladder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the first electronic sphincters add options; comparative and long-term evidence is still thin.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Well-chosen patients get a big improvement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Keeping tissue and controlling contamination make sense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for future catheters and scopes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rescue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washout fluid and preparation time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Long-term ContiClassic results compared with AMS 800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stress leak shown, and a goal that matters to him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he use the pump now, and in five years?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that answer: anatomy, safe storage,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Overactive, weak, or high-pressure bladder: keep them separate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right antisepsis and the right antibiotics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tissue; measure without distortion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device protocol, and clear reasons to stop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 device is off, the drainage plan, and teach the patient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any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2026-10-20T12:32:38Z</dcterms:created>
  <dcterms:modified xsi:type="dcterms:W3CDTF">2026-10-20T12:32:38Z</dcterms:modified>
</cp:coreProperties>
</file>