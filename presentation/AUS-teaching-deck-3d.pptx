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6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ff12592-587d-a231-133d-6fd768583507}">
          <p14:sldIdLst>
            <p14:sldId id="256"/>
          </p14:sldIdLst>
        </p14:section>
        <p14:section name="Decide before theatre" id="{c79c7bc9-751a-a044-2245-2c4d2be64a1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he bladder" id="{d2b83580-681d-af80-78e8-e812d6f1610d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he urethra" id="{2a426bfc-f21a-3c43-d21c-84c34cca774f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eparation without ritual" id="{f1c1aa83-65d2-415d-972f-a83931671f02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The operation" id="{c8416d35-b969-e84c-ad54-174a3d2f1a2c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fter the implant" id="{cf5feff6-32be-f7e7-79a4-556e6da971b8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48550ac2-8fb9-bf10-e70d-aadb7c037573}">
          <p14:sldIdLst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
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1-1.mp4"/><Relationship Id="rId2" Type="http://schemas.microsoft.com/office/2007/relationships/media" Target="../media/media-31-1.mp4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2-1.mp4"/><Relationship Id="rId2" Type="http://schemas.microsoft.com/office/2007/relationships/media" Target="../media/media-32-1.mp4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3-1.mp4"/><Relationship Id="rId2" Type="http://schemas.microsoft.com/office/2007/relationships/media" Target="../media/media-33-1.mp4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5-1.mp4"/><Relationship Id="rId2" Type="http://schemas.microsoft.com/office/2007/relationships/media" Target="../media/media-35-1.mp4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6-1.mp4"/><Relationship Id="rId2" Type="http://schemas.microsoft.com/office/2007/relationships/media" Target="../media/media-36-1.mp4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7-1.mp4"/><Relationship Id="rId2" Type="http://schemas.microsoft.com/office/2007/relationships/media" Target="../media/media-37-1.mp4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hyperlink" Target="https://uroops3d.com/lab/aus" TargetMode="External"/><Relationship Id="rId1" Type="http://schemas.openxmlformats.org/officeDocument/2006/relationships/video" Target="../media/media-38-1.mp4"/><Relationship Id="rId2" Type="http://schemas.microsoft.com/office/2007/relationships/media" Target="../media/media-38-1.mp4"/><Relationship Id="rId3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9-1.mp4"/><Relationship Id="rId2" Type="http://schemas.microsoft.com/office/2007/relationships/media" Target="../media/media-49-1.mp4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expl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selects cystoscopy within its VUDS pathway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assets\uroops-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section-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Shape 2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115" name="UroOps clip aus-26-exposur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115" name="UroOps clip aus-27-dissecti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115" name="UroOps clip aus-28-sizing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114" name="UroOps clip aus-30-ballo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62328"/>
            <a:ext cx="5120640" cy="3499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115" name="UroOps clip aus-31-pump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06640" y="1783080"/>
            <a:ext cx="4144975" cy="3749040"/>
          </a:xfrm>
          <a:prstGeom prst="roundRect">
            <a:avLst>
              <a:gd name="adj" fmla="val 3415"/>
            </a:avLst>
          </a:prstGeom>
          <a:solidFill>
            <a:srgbClr val="2A2F34"/>
          </a:solidFill>
          <a:ln/>
        </p:spPr>
      </p:sp>
      <p:pic>
        <p:nvPicPr>
          <p:cNvPr id="122" name="UroOps clip aus-32-check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529627" y="1783080"/>
            <a:ext cx="3899002" cy="3749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122" name="UroOps clip aus-33-overview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2036735"/>
            <a:ext cx="7223760" cy="287597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4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031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632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1330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0233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 lesson: recorded run-through</a:t>
            </a:r>
            <a:endParaRPr lang="en-US" sz="3000" dirty="0"/>
          </a:p>
        </p:txBody>
      </p:sp>
      <p:pic>
        <p:nvPicPr>
          <p:cNvPr id="3" name="UroOps lesson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783080"/>
            <a:ext cx="8138160" cy="45777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5440" y="1783080"/>
            <a:ext cx="2316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only if the live page fails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9235440" y="2606040"/>
            <a:ext cx="23161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to play. 102 seconds, no sound. Same four-minute narration as teaching slide 32.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2026-10-20T09:58:38Z</dcterms:created>
  <dcterms:modified xsi:type="dcterms:W3CDTF">2026-10-20T09:58:38Z</dcterms:modified>
</cp:coreProperties>
</file>