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1279e1-454c-1e28-5d00-c400c020952d}">
          <p14:sldIdLst>
            <p14:sldId id="256"/>
          </p14:sldIdLst>
        </p14:section>
        <p14:section name="Act I · Decide before theatre" id="{6f985a55-af6f-0bab-24e2-8ee7cb94540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ct II · The bladder" id="{2ad72291-0f4a-b61c-daab-4dc7f98dc2ec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Act III · The urethra" id="{287bd4ef-4e02-ec2b-24ef-ea126bd7d972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 IV · Preparation without ritual" id="{802c2d3a-6f6f-a3b8-c846-a0d7c1fc4b43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Act V · The operation" id="{3e52e20c-7d44-3c42-ada4-09b455ed30a7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ct VI · After the implant" id="{2cd25a37-1d6b-a505-cc58-393bccfee404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91043259-f6da-ec50-eed4-0105646f9719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
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  ·  60 MINUTES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00:00 – 14:00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   ·   00:00 – 01:30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   ·   01:30 – 03:00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   ·   03:00 – 04:45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   ·   04:45 – 06:15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   ·   06:15 – 07:30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   ·   07:30 – 09:15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   ·   09:15 – 11:00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   ·   11:00 – 12:45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   ·   12:45 – 14:00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14:00 – 22:00   ·   8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   ·   14:00 – 15:45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   ·   15:45 – 17:15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   ·   17:15 – 19:00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   ·   19:00 – 20:30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   ·   20:30 – 22:00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22:00 – 29:00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   ·   22:00 – 23:15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   ·   23:15 – 24:45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   ·   24:45 – 26:15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   ·   26:15 – 27:45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   ·   27:45 – 29:00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29:00 – 36:00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   ·   29:00 – 30:15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   ·   30:15 – 32:00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   ·   32:00 – 33:30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   ·   33:30 – 35:00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   ·   35:00 – 36:00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36:00 – 50:00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   ·   36:00 – 37:15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   ·   37:15 – 38:45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   ·   38:45 – 40:30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   ·   40:30 – 42:00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   ·   42:00 – 43:30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   ·   43:30 – 44:45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   ·   44:45 – 46:00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   ·   46:00 – 50:00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FOUR-MINUTE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50:00 – 60:00   ·   10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   ·   50:00 – 51:00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   ·   51:00 – 52:30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   ·   52:30 – 53:15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   ·   53:15 – 54:00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   ·   54:00 – 55:00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   ·   55:00 – 60:00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774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375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440740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768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2026-10-20T03:17:02Z</dcterms:created>
  <dcterms:modified xsi:type="dcterms:W3CDTF">2026-10-20T03:17:02Z</dcterms:modified>
</cp:coreProperties>
</file>