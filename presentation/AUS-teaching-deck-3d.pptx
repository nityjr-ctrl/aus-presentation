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6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ed538fe-2327-399a-3edb-a5a1c7057e1f}">
          <p14:sldIdLst>
            <p14:sldId id="256"/>
          </p14:sldIdLst>
        </p14:section>
        <p14:section name="Act I · Decide before theatre" id="{c5ac46a9-9890-bed8-df90-4ac8c62238b9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ct II · The bladder" id="{deadbedc-a0e2-44c2-0ee8-c8ce1bfa6094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Act III · The urethra" id="{523c421a-78e6-2497-b7d0-80431609f3f0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ct IV · Preparation without ritual" id="{2341ed66-45ba-63fa-a45a-a094395a8b7b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Act V · The operation" id="{88ef0ea1-7910-c249-160e-e8804431c0a2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ct VI · After the implant" id="{900a3152-34ea-1ec9-2656-1df2caf1cea8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dab9cf05-03ab-dda1-4804-846eae571d86}">
          <p14:sldIdLst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
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1-1.mp4"/><Relationship Id="rId2" Type="http://schemas.microsoft.com/office/2007/relationships/media" Target="../media/media-31-1.mp4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2-1.mp4"/><Relationship Id="rId2" Type="http://schemas.microsoft.com/office/2007/relationships/media" Target="../media/media-32-1.mp4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3-1.mp4"/><Relationship Id="rId2" Type="http://schemas.microsoft.com/office/2007/relationships/media" Target="../media/media-33-1.mp4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5-1.mp4"/><Relationship Id="rId2" Type="http://schemas.microsoft.com/office/2007/relationships/media" Target="../media/media-35-1.mp4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6-1.mp4"/><Relationship Id="rId2" Type="http://schemas.microsoft.com/office/2007/relationships/media" Target="../media/media-36-1.mp4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7-1.mp4"/><Relationship Id="rId2" Type="http://schemas.microsoft.com/office/2007/relationships/media" Target="../media/media-37-1.mp4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hyperlink" Target="https://uroops3d.com/lab/aus" TargetMode="External"/><Relationship Id="rId1" Type="http://schemas.openxmlformats.org/officeDocument/2006/relationships/video" Target="../media/media-38-1.mp4"/><Relationship Id="rId2" Type="http://schemas.microsoft.com/office/2007/relationships/media" Target="../media/media-38-1.mp4"/><Relationship Id="rId3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9-1.mp4"/><Relationship Id="rId2" Type="http://schemas.microsoft.com/office/2007/relationships/media" Target="../media/media-49-1.mp4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  ·  60 MINUTES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00:00 – 14:00   ·   14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   ·   00:00 – 01:30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   ·   01:30 – 03:00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   ·   03:00 – 04:45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   ·   04:45 – 06:15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   ·   06:15 – 07:30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expl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   ·   07:30 – 09:15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   ·   09:15 – 11:00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   ·   11:00 – 12:45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  ·  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   ·   12:45 – 14:00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14:00 – 22:00   ·   8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   ·   14:00 – 15:45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   ·   15:45 – 17:15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   ·   17:15 – 19:00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   ·   19:00 – 20:30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  ·  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   ·   20:30 – 22:00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22:00 – 29:00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   ·   22:00 – 23:15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   ·   23:15 – 24:45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   ·   24:45 – 26:15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   ·   26:15 – 27:45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III  ·  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   ·   27:45 – 29:00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29:00 – 36:00   ·   7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   ·   29:00 – 30:15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   ·   30:15 – 32:00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   ·   32:00 – 33:30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   ·   33:30 – 35:00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IV  ·  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   ·   35:00 – 36:00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act-V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Text 2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36:00 – 50:00   ·   14 MINUTES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   ·   36:00 – 37:15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115" name="UroOps clip aus-26-exposu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   ·   37:15 – 38:45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115" name="UroOps clip aus-27-dissecti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   ·   38:45 – 40:30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115" name="UroOps clip aus-28-sizing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   ·   40:30 – 42:00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   ·   42:00 – 43:30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114" name="UroOps clip aus-30-ballo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   ·   43:30 – 44:45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115" name="UroOps clip aus-31-pump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   ·   44:45 – 46:00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06640" y="1783080"/>
            <a:ext cx="4144975" cy="3749040"/>
          </a:xfrm>
          <a:prstGeom prst="roundRect">
            <a:avLst>
              <a:gd name="adj" fmla="val 3415"/>
            </a:avLst>
          </a:prstGeom>
          <a:solidFill>
            <a:srgbClr val="2A2F34"/>
          </a:solidFill>
          <a:ln/>
        </p:spPr>
      </p:sp>
      <p:pic>
        <p:nvPicPr>
          <p:cNvPr id="122" name="UroOps clip aus-32-check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529627" y="1783080"/>
            <a:ext cx="3899002" cy="3749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  ·  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   ·   46:00 – 50:00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122" name="UroOps clip aus-33-overview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2036735"/>
            <a:ext cx="7223760" cy="28759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FOUR-MINUTE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4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37160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dirty="0">
                <a:solidFill>
                  <a:srgbClr val="3FB8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50:00 – 60:00   ·   10 MINUTES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   ·   50:00 – 51:00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   ·   51:00 – 52:30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   ·   52:30 – 53:15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   ·   53:15 – 54:00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   ·   54:00 – 55:00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VI  ·  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   ·   55:00 – 60:00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MINUTES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4871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774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375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0080" y="440740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768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 lesson: recorded run-through</a:t>
            </a:r>
            <a:endParaRPr lang="en-US" sz="3000" dirty="0"/>
          </a:p>
        </p:txBody>
      </p:sp>
      <p:pic>
        <p:nvPicPr>
          <p:cNvPr id="3" name="UroOps lesson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83080"/>
            <a:ext cx="8138160" cy="45777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5440" y="1783080"/>
            <a:ext cx="2316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only if the live page fails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235440" y="2606040"/>
            <a:ext cx="23161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to play. 102 seconds, no sound. Same four-minute narration as teaching slide 32.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 ·  OUTSIDE THE TIMED TALK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2026-10-20T09:06:59Z</dcterms:created>
  <dcterms:modified xsi:type="dcterms:W3CDTF">2026-10-20T09:06:59Z</dcterms:modified>
</cp:coreProperties>
</file>