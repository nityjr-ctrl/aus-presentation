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6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726b8b5-aa33-eb2e-fcec-6f18c6e4ceed}">
          <p14:sldIdLst>
            <p14:sldId id="256"/>
          </p14:sldIdLst>
        </p14:section>
        <p14:section name="Decide before theatre" id="{ab0d663b-464e-ab52-2544-65e25d6b63c9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9ffcceb0-1f5c-21eb-0a5e-6816c0dd4a2c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a62d6d58-94c3-6a7e-7f38-9522e015e8c6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2b3eedf8-77fb-4ee6-f198-607bd1bdee08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6dc7be4f-eef7-9fe4-8627-adce1cea3777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d18e3a9c-c909-0404-c77a-b18efce4614c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6211882e-b953-d2cb-4726-ef261918d87e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original AI-generated teaching schematic made on 5 October 2026 for this slide (presentation/assets/anatomical-narrowing-colour-annotations-2026.png; provenance and prompt in assets/SOURCES.md and anatomical-narrowing-generation-notes-2026.md). Terminology checked against the EAU urethral strictures classification. Simplified, not to scale, not clinically validated; no patient image or UroOps3D asset was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2-1.mp4"/><Relationship Id="rId2" Type="http://schemas.microsoft.com/office/2007/relationships/media" Target="../media/media-32-1.mp4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3-1.mp4"/><Relationship Id="rId2" Type="http://schemas.microsoft.com/office/2007/relationships/media" Target="../media/media-33-1.mp4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5-1.mp4"/><Relationship Id="rId2" Type="http://schemas.microsoft.com/office/2007/relationships/media" Target="../media/media-35-1.mp4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6-1.mp4"/><Relationship Id="rId2" Type="http://schemas.microsoft.com/office/2007/relationships/media" Target="../media/media-36-1.mp4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7-1.mp4"/><Relationship Id="rId2" Type="http://schemas.microsoft.com/office/2007/relationships/media" Target="../media/media-37-1.mp4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hyperlink" Target="https://uroops3d.com/lab/aus" TargetMode="External"/><Relationship Id="rId1" Type="http://schemas.openxmlformats.org/officeDocument/2006/relationships/video" Target="../media/media-38-1.mp4"/><Relationship Id="rId2" Type="http://schemas.microsoft.com/office/2007/relationships/media" Target="../media/media-38-1.mp4"/><Relationship Id="rId3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9-1.mp4"/><Relationship Id="rId2" Type="http://schemas.microsoft.com/office/2007/relationships/media" Target="../media/media-49-1.mp4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1828800"/>
            <a:ext cx="329184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Rigicon ContiClassic, manufacturer illustration.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narrowing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745045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Teaching schematic, not to scale.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115" name="UroOps clip aus-26-exposu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115" name="UroOps clip aus-27-dissecti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115" name="UroOps clip aus-28-sizing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114" name="UroOps clip aus-30-ballo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115" name="UroOps clip aus-31-pump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06640" y="1783080"/>
            <a:ext cx="4144975" cy="3749040"/>
          </a:xfrm>
          <a:prstGeom prst="roundRect">
            <a:avLst>
              <a:gd name="adj" fmla="val 3415"/>
            </a:avLst>
          </a:prstGeom>
          <a:solidFill>
            <a:srgbClr val="2A2F34"/>
          </a:solidFill>
          <a:ln/>
        </p:spPr>
      </p:sp>
      <p:pic>
        <p:nvPicPr>
          <p:cNvPr id="122" name="UroOps clip aus-32-check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529627" y="1783080"/>
            <a:ext cx="3899002" cy="3749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122" name="UroOps clip aus-33-overview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036735"/>
            <a:ext cx="7223760" cy="28759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4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 lesson: recorded run-through</a:t>
            </a:r>
            <a:endParaRPr lang="en-US" sz="3000" dirty="0"/>
          </a:p>
        </p:txBody>
      </p:sp>
      <p:pic>
        <p:nvPicPr>
          <p:cNvPr id="3" name="UroOps lesson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83080"/>
            <a:ext cx="8138160" cy="45777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5440" y="1783080"/>
            <a:ext cx="2316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if the live page fails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235440" y="2606040"/>
            <a:ext cx="23161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play. 102 seconds, no sound. Same four-minute narration as teaching slide 32.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2026-10-20T10:10:51Z</dcterms:created>
  <dcterms:modified xsi:type="dcterms:W3CDTF">2026-10-20T10:10:51Z</dcterms:modified>
</cp:coreProperties>
</file>