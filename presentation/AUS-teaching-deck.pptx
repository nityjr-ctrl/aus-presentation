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9f2860f-84e7-e8e0-b252-1beb58a2aaeb}">
          <p14:sldIdLst>
            <p14:sldId id="256"/>
          </p14:sldIdLst>
        </p14:section>
        <p14:section name="Act I · Decide before theatre" id="{4478aaea-1bff-b9b8-2949-885c7d8bf775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ct II · The bladder" id="{fad24e66-2b41-3d40-9b83-7f0bf0868b51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Act III · The urethra" id="{521bfd75-498e-6abf-48fd-490ff4702379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ct IV · Preparation without ritual" id="{d61bfc92-d291-9851-2306-6a2092bf6d7e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Act V · The operation" id="{73b66416-06e3-19ea-7059-ca1399a0bae8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ct VI · After the implant" id="{45b592dd-e9e4-9967-4e1b-58ef57f7562e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01c1ad39-c05b-138a-51b8-8ac487101bf6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uroops3d.com/lab/aus" TargetMode="External"/><Relationship Id="rId1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  ·  60 MINUTES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00:00 – 14:00   ·   14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   ·   00:00 – 01:30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   ·   01:30 – 03:00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   ·   03:00 – 04:45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   ·   04:45 – 06:15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   ·   06:15 – 07:30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expl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   ·   07:30 – 09:15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selects cystoscopy within its VUDS pathway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   ·   09:15 – 11:00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   ·   11:00 – 12:45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   ·   12:45 – 14:00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14:00 – 22:00   ·   8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   ·   14:00 – 15:45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   ·   15:45 – 17:15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   ·   17:15 – 19:00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   ·   19:00 – 20:30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   ·   20:30 – 22:00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22:00 – 29:00   ·   7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   ·   22:00 – 23:15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assets\uroops-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   ·   23:15 – 24:45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   ·   24:45 – 26:15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   ·   26:15 – 27:45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   ·   27:45 – 29:00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29:00 – 36:00   ·   7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   ·   29:00 – 30:15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   ·   30:15 – 32:00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   ·   32:00 – 33:30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   ·   33:30 – 35:00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   ·   35:00 – 36:00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36:00 – 50:00   ·   14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   ·   36:00 – 37:15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surge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   ·   37:15 – 38:45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cuff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   ·   38:45 – 40:30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a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85216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   ·   40:30 – 42:00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   ·   42:00 – 43:30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7" name="Image 0" descr="C:\NityProjects\AUS-Presentation\repo\presentation\design\build\conticlassic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783080"/>
            <a:ext cx="3657600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   ·   43:30 – 44:45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three-spa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   ·   44:45 – 46:00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   ·   46:00 – 50:00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FOUR-MINUTE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2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50:00 – 60:00   ·   10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   ·   50:00 – 51:00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   ·   51:00 – 52:30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   ·   52:30 – 53:15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   ·   53:15 – 54:00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   ·   54:00 – 55:00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   ·   55:00 – 60:00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MINUTES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4871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3774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375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40080" y="440740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9768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2026-10-20T03:17:02Z</dcterms:created>
  <dcterms:modified xsi:type="dcterms:W3CDTF">2026-10-20T03:17:02Z</dcterms:modified>
</cp:coreProperties>
</file>